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92608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64592" y="201168"/>
            <a:ext cx="2596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164592" y="512064"/>
            <a:ext cx="259689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TLC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Fare Prediction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64592" y="1920240"/>
            <a:ext cx="10972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" y="2057400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164592" y="2240280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Walid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4592" y="2532888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64592" y="271576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NYC TLC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64592" y="3008376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164592" y="3191256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Automatidata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4592" y="3483864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650" dirty="0"/>
          </a:p>
        </p:txBody>
      </p:sp>
      <p:sp>
        <p:nvSpPr>
          <p:cNvPr id="14" name="Text 12"/>
          <p:cNvSpPr/>
          <p:nvPr/>
        </p:nvSpPr>
        <p:spPr>
          <a:xfrm>
            <a:off x="164592" y="366674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4592" y="3959352"/>
            <a:ext cx="25968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164592" y="4142232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PACE — Plan &amp; Analyze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154680" y="16459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Completed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54680" y="457200"/>
            <a:ext cx="576072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54680" y="530352"/>
            <a:ext cx="57607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pandas &amp; numpy; loaded 22,699-row TLC dataset into a dataframe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Inspected data with df.head(), df.info(), df.describe()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0 null values across all 18 columns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 &amp; investigated trip_distance and total_amount for anomalies</a:t>
            </a:r>
            <a:endParaRPr lang="en-US" sz="9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payment types, vendor counts, and tip amounts by payment method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154680" y="179222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Variable Assessment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2084832"/>
            <a:ext cx="576072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54680" y="2148840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64408" y="2185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22,699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264408" y="245973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trip records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062472" y="2148840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172200" y="21854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172200" y="2459736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154680" y="2770632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64408" y="28072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264408" y="308152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values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62472" y="2770632"/>
            <a:ext cx="27432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172200" y="28072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172200" y="3081528"/>
            <a:ext cx="25237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predictors identified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154680" y="3419856"/>
            <a:ext cx="5760720" cy="347472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lIns="91440" tIns="91440" rIns="91440" bIns="9144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Anomalies flagged: </a:t>
            </a:r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fare_amount &amp; total_amount values, zero trip_distance records, and negative trip durations require investigation before modeling.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3154680" y="382219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154680" y="4087368"/>
            <a:ext cx="576072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154680" y="4133088"/>
            <a:ext cx="5760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full EDA: distributions, correlations, and outlier analysis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anomalous records (negative fares, zero-distance, invalid durations)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features: trip_duration_minutes, pickup_hour, day_of_week from timestamps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regression model on trip_distance → fare_amount as primary predictor pair</a:t>
            </a:r>
            <a:endParaRPr lang="en-US" sz="850" dirty="0"/>
          </a:p>
          <a:p>
            <a:pPr marL="342900" indent="-342900">
              <a:spcAft>
                <a:spcPts val="100"/>
              </a:spcAft>
              <a:buSzPct val="100000"/>
              <a:buFont typeface="+mj-lt"/>
              <a:buAutoNum type="arabicPeriod" startAt="1"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A/B testing to validate variable relationships (per Udo Bankole's recommendation)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Automatidata – TLC Project Executive Summary</dc:title>
  <dc:subject>PptxGenJS Presentation</dc:subject>
  <dc:creator>PptxGenJS</dc:creator>
  <cp:lastModifiedBy>PptxGenJS</cp:lastModifiedBy>
  <cp:revision>1</cp:revision>
  <dcterms:created xsi:type="dcterms:W3CDTF">2026-06-14T11:32:16Z</dcterms:created>
  <dcterms:modified xsi:type="dcterms:W3CDTF">2026-06-14T11:32:16Z</dcterms:modified>
</cp:coreProperties>
</file>